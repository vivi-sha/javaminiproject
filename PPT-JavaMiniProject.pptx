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57" r:id="rId3"/>
    <p:sldId id="258" r:id="rId4"/>
    <p:sldId id="259" r:id="rId5"/>
    <p:sldId id="260" r:id="rId6"/>
    <p:sldId id="261" r:id="rId7"/>
    <p:sldId id="262" r:id="rId8"/>
    <p:sldId id="274" r:id="rId9"/>
    <p:sldId id="263" r:id="rId10"/>
    <p:sldId id="276" r:id="rId11"/>
    <p:sldId id="277" r:id="rId12"/>
    <p:sldId id="27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201243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93103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1757846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D7E1BF-666D-4F37-8786-9B0AB3590158}"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3352481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D7E1BF-666D-4F37-8786-9B0AB3590158}" type="datetimeFigureOut">
              <a:rPr lang="en-IN" smtClean="0"/>
              <a:t>29-12-2025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3031168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D7E1BF-666D-4F37-8786-9B0AB3590158}" type="datetimeFigureOut">
              <a:rPr lang="en-IN" smtClean="0"/>
              <a:t>29-12-2025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2033219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D7E1BF-666D-4F37-8786-9B0AB3590158}" type="datetimeFigureOut">
              <a:rPr lang="en-IN" smtClean="0"/>
              <a:t>29-12-2025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590278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D7E1BF-666D-4F37-8786-9B0AB3590158}"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667669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D7E1BF-666D-4F37-8786-9B0AB3590158}"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3586369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D7E1BF-666D-4F37-8786-9B0AB3590158}"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3343373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1419164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41809588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132880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3816358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2316520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462398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D7E1BF-666D-4F37-8786-9B0AB3590158}"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D868B1-79B1-41D4-BCBD-9C5C0ECA9A01}" type="slidenum">
              <a:rPr lang="en-IN" smtClean="0"/>
              <a:t>‹#›</a:t>
            </a:fld>
            <a:endParaRPr lang="en-IN"/>
          </a:p>
        </p:txBody>
      </p:sp>
    </p:spTree>
    <p:extLst>
      <p:ext uri="{BB962C8B-B14F-4D97-AF65-F5344CB8AC3E}">
        <p14:creationId xmlns:p14="http://schemas.microsoft.com/office/powerpoint/2010/main" val="2180413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9D7E1BF-666D-4F37-8786-9B0AB3590158}" type="datetimeFigureOut">
              <a:rPr lang="en-IN" smtClean="0"/>
              <a:t>29-12-2025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BD868B1-79B1-41D4-BCBD-9C5C0ECA9A01}" type="slidenum">
              <a:rPr lang="en-IN" smtClean="0"/>
              <a:t>‹#›</a:t>
            </a:fld>
            <a:endParaRPr lang="en-IN"/>
          </a:p>
        </p:txBody>
      </p:sp>
    </p:spTree>
    <p:extLst>
      <p:ext uri="{BB962C8B-B14F-4D97-AF65-F5344CB8AC3E}">
        <p14:creationId xmlns:p14="http://schemas.microsoft.com/office/powerpoint/2010/main" val="1015187338"/>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57832-76F6-583F-1CA2-E029923505EB}"/>
              </a:ext>
            </a:extLst>
          </p:cNvPr>
          <p:cNvSpPr>
            <a:spLocks noGrp="1"/>
          </p:cNvSpPr>
          <p:nvPr>
            <p:ph type="ctrTitle"/>
          </p:nvPr>
        </p:nvSpPr>
        <p:spPr/>
        <p:txBody>
          <a:bodyPr>
            <a:normAutofit/>
          </a:bodyPr>
          <a:lstStyle/>
          <a:p>
            <a:r>
              <a:rPr lang="en-US" b="1" dirty="0"/>
              <a:t>ATM SIMULATION</a:t>
            </a:r>
            <a:br>
              <a:rPr lang="en-IN" b="1" dirty="0"/>
            </a:br>
            <a:endParaRPr lang="en-IN" dirty="0"/>
          </a:p>
        </p:txBody>
      </p:sp>
      <p:sp>
        <p:nvSpPr>
          <p:cNvPr id="3" name="Subtitle 2">
            <a:extLst>
              <a:ext uri="{FF2B5EF4-FFF2-40B4-BE49-F238E27FC236}">
                <a16:creationId xmlns:a16="http://schemas.microsoft.com/office/drawing/2014/main" id="{7A12E22B-3781-5DC7-446B-3F7FEB621605}"/>
              </a:ext>
            </a:extLst>
          </p:cNvPr>
          <p:cNvSpPr>
            <a:spLocks noGrp="1"/>
          </p:cNvSpPr>
          <p:nvPr>
            <p:ph type="subTitle" idx="1"/>
          </p:nvPr>
        </p:nvSpPr>
        <p:spPr>
          <a:xfrm>
            <a:off x="1327355" y="3277456"/>
            <a:ext cx="10175668" cy="3119759"/>
          </a:xfrm>
        </p:spPr>
        <p:txBody>
          <a:bodyPr>
            <a:normAutofit lnSpcReduction="10000"/>
          </a:bodyPr>
          <a:lstStyle/>
          <a:p>
            <a:pPr>
              <a:lnSpc>
                <a:spcPct val="170000"/>
              </a:lnSpc>
            </a:pPr>
            <a:br>
              <a:rPr lang="en-IN" dirty="0"/>
            </a:br>
            <a:r>
              <a:rPr lang="en-US" dirty="0"/>
              <a:t>Nikhitha S (1BM24CS189)</a:t>
            </a:r>
            <a:br>
              <a:rPr lang="en-IN" dirty="0"/>
            </a:br>
            <a:r>
              <a:rPr lang="en-US" dirty="0"/>
              <a:t>Nikitha M N (1BM24CS190)</a:t>
            </a:r>
            <a:br>
              <a:rPr lang="en-IN" dirty="0"/>
            </a:br>
            <a:r>
              <a:rPr lang="en-US" dirty="0"/>
              <a:t>Panchami P (1BM24CS196)</a:t>
            </a:r>
            <a:br>
              <a:rPr lang="en-IN" dirty="0"/>
            </a:br>
            <a:r>
              <a:rPr lang="en-US" dirty="0"/>
              <a:t>Harsh Bafna (1BM24CS357)</a:t>
            </a:r>
            <a:br>
              <a:rPr lang="en-IN" dirty="0"/>
            </a:br>
            <a:endParaRPr lang="en-IN" dirty="0"/>
          </a:p>
        </p:txBody>
      </p:sp>
    </p:spTree>
    <p:extLst>
      <p:ext uri="{BB962C8B-B14F-4D97-AF65-F5344CB8AC3E}">
        <p14:creationId xmlns:p14="http://schemas.microsoft.com/office/powerpoint/2010/main" val="3679757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EA760-3F5A-C834-B092-E0D2A773B84A}"/>
              </a:ext>
            </a:extLst>
          </p:cNvPr>
          <p:cNvSpPr>
            <a:spLocks noGrp="1"/>
          </p:cNvSpPr>
          <p:nvPr>
            <p:ph type="title"/>
          </p:nvPr>
        </p:nvSpPr>
        <p:spPr/>
        <p:txBody>
          <a:bodyPr/>
          <a:lstStyle/>
          <a:p>
            <a:r>
              <a:rPr lang="en-US" b="1" dirty="0"/>
              <a:t>PROBLEM STATEMENT</a:t>
            </a:r>
            <a:endParaRPr lang="en-IN" dirty="0"/>
          </a:p>
        </p:txBody>
      </p:sp>
      <p:sp>
        <p:nvSpPr>
          <p:cNvPr id="3" name="Content Placeholder 2">
            <a:extLst>
              <a:ext uri="{FF2B5EF4-FFF2-40B4-BE49-F238E27FC236}">
                <a16:creationId xmlns:a16="http://schemas.microsoft.com/office/drawing/2014/main" id="{C92E5FD8-73FD-FB50-0503-23F3F6ADA60A}"/>
              </a:ext>
            </a:extLst>
          </p:cNvPr>
          <p:cNvSpPr>
            <a:spLocks noGrp="1"/>
          </p:cNvSpPr>
          <p:nvPr>
            <p:ph idx="1"/>
          </p:nvPr>
        </p:nvSpPr>
        <p:spPr/>
        <p:txBody>
          <a:bodyPr>
            <a:normAutofit/>
          </a:bodyPr>
          <a:lstStyle/>
          <a:p>
            <a:r>
              <a:rPr lang="en-IN" dirty="0"/>
              <a:t>The problem is to design and develop a Java-based ATM Simulation System that mimics the working of a real ATM machine. </a:t>
            </a:r>
          </a:p>
          <a:p>
            <a:r>
              <a:rPr lang="en-IN" dirty="0"/>
              <a:t>The system should provide a secure login mechanism using a PIN and allow the user to perform basic banking operations through a graphical interface. </a:t>
            </a:r>
          </a:p>
          <a:p>
            <a:r>
              <a:rPr lang="en-IN" dirty="0"/>
              <a:t>The application must be user-friendly, reliable, and should handle invalid inputs gracefully without crashing.</a:t>
            </a:r>
          </a:p>
          <a:p>
            <a:endParaRPr lang="en-IN" dirty="0"/>
          </a:p>
        </p:txBody>
      </p:sp>
    </p:spTree>
    <p:extLst>
      <p:ext uri="{BB962C8B-B14F-4D97-AF65-F5344CB8AC3E}">
        <p14:creationId xmlns:p14="http://schemas.microsoft.com/office/powerpoint/2010/main" val="254280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6B181-2C86-900E-3694-1E1E2B08DCD3}"/>
              </a:ext>
            </a:extLst>
          </p:cNvPr>
          <p:cNvSpPr>
            <a:spLocks noGrp="1"/>
          </p:cNvSpPr>
          <p:nvPr>
            <p:ph type="title"/>
          </p:nvPr>
        </p:nvSpPr>
        <p:spPr>
          <a:xfrm>
            <a:off x="1727199" y="1"/>
            <a:ext cx="9855202" cy="1290320"/>
          </a:xfrm>
        </p:spPr>
        <p:txBody>
          <a:bodyPr/>
          <a:lstStyle/>
          <a:p>
            <a:r>
              <a:rPr lang="en-IN" b="1" dirty="0"/>
              <a:t>INTRODUCTION</a:t>
            </a:r>
            <a:endParaRPr lang="en-IN" dirty="0"/>
          </a:p>
        </p:txBody>
      </p:sp>
      <p:sp>
        <p:nvSpPr>
          <p:cNvPr id="3" name="Content Placeholder 2">
            <a:extLst>
              <a:ext uri="{FF2B5EF4-FFF2-40B4-BE49-F238E27FC236}">
                <a16:creationId xmlns:a16="http://schemas.microsoft.com/office/drawing/2014/main" id="{5B73A760-8F2E-7B22-7CC2-E3A59F7BCD03}"/>
              </a:ext>
            </a:extLst>
          </p:cNvPr>
          <p:cNvSpPr>
            <a:spLocks noGrp="1"/>
          </p:cNvSpPr>
          <p:nvPr>
            <p:ph idx="1"/>
          </p:nvPr>
        </p:nvSpPr>
        <p:spPr>
          <a:xfrm>
            <a:off x="1900870" y="1544320"/>
            <a:ext cx="9595912" cy="5212079"/>
          </a:xfrm>
        </p:spPr>
        <p:txBody>
          <a:bodyPr>
            <a:normAutofit/>
          </a:bodyPr>
          <a:lstStyle/>
          <a:p>
            <a:r>
              <a:rPr lang="en-IN" b="1" dirty="0"/>
              <a:t>“ATM SIMULATION”</a:t>
            </a:r>
            <a:r>
              <a:rPr lang="en-IN" dirty="0"/>
              <a:t> is a graphical user interface (GUI) based application developed using Java Swing. It gives you real time visualization of fundamental operations of an ATM such as PIN authentication, balance inquiry, cash deposit, and withdrawal.</a:t>
            </a:r>
          </a:p>
          <a:p>
            <a:r>
              <a:rPr lang="en-IN" dirty="0"/>
              <a:t> The project emphasizes the practical implementation of </a:t>
            </a:r>
            <a:r>
              <a:rPr lang="en-IN" b="1" dirty="0"/>
              <a:t>Object-Oriented Programming (OOP) concepts</a:t>
            </a:r>
            <a:r>
              <a:rPr lang="en-IN" dirty="0"/>
              <a:t>, event-driven programming, and exception handling in Java.</a:t>
            </a:r>
          </a:p>
          <a:p>
            <a:r>
              <a:rPr lang="en-IN" dirty="0"/>
              <a:t>The main aim of this project is to provide hands-on experience in developing a real-world application using Java and to enhance understanding of GUI components and user interaction.</a:t>
            </a:r>
          </a:p>
          <a:p>
            <a:endParaRPr lang="en-IN" dirty="0"/>
          </a:p>
          <a:p>
            <a:endParaRPr lang="en-IN" dirty="0"/>
          </a:p>
        </p:txBody>
      </p:sp>
    </p:spTree>
    <p:extLst>
      <p:ext uri="{BB962C8B-B14F-4D97-AF65-F5344CB8AC3E}">
        <p14:creationId xmlns:p14="http://schemas.microsoft.com/office/powerpoint/2010/main" val="2623259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500B6-A25E-7407-B1D3-16EDA404EFB5}"/>
              </a:ext>
            </a:extLst>
          </p:cNvPr>
          <p:cNvSpPr>
            <a:spLocks noGrp="1"/>
          </p:cNvSpPr>
          <p:nvPr>
            <p:ph type="title"/>
          </p:nvPr>
        </p:nvSpPr>
        <p:spPr>
          <a:xfrm>
            <a:off x="1476295" y="83270"/>
            <a:ext cx="10018713" cy="1752599"/>
          </a:xfrm>
        </p:spPr>
        <p:txBody>
          <a:bodyPr/>
          <a:lstStyle/>
          <a:p>
            <a:r>
              <a:rPr lang="en-US" b="1" dirty="0"/>
              <a:t>OVERVIEW OF THE PROJECT</a:t>
            </a:r>
            <a:endParaRPr lang="en-IN" dirty="0"/>
          </a:p>
        </p:txBody>
      </p:sp>
      <p:pic>
        <p:nvPicPr>
          <p:cNvPr id="11" name="Picture 10" descr="A diagram of a card payment&#10;&#10;AI-generated content may be incorrect.">
            <a:extLst>
              <a:ext uri="{FF2B5EF4-FFF2-40B4-BE49-F238E27FC236}">
                <a16:creationId xmlns:a16="http://schemas.microsoft.com/office/drawing/2014/main" id="{ACA2C280-7B42-7E19-362A-684C6EF21030}"/>
              </a:ext>
            </a:extLst>
          </p:cNvPr>
          <p:cNvPicPr>
            <a:picLocks noChangeAspect="1"/>
          </p:cNvPicPr>
          <p:nvPr/>
        </p:nvPicPr>
        <p:blipFill>
          <a:blip r:embed="rId2"/>
          <a:stretch>
            <a:fillRect/>
          </a:stretch>
        </p:blipFill>
        <p:spPr>
          <a:xfrm>
            <a:off x="2548066" y="1627129"/>
            <a:ext cx="8678733" cy="4987031"/>
          </a:xfrm>
          <a:prstGeom prst="rect">
            <a:avLst/>
          </a:prstGeom>
        </p:spPr>
      </p:pic>
    </p:spTree>
    <p:extLst>
      <p:ext uri="{BB962C8B-B14F-4D97-AF65-F5344CB8AC3E}">
        <p14:creationId xmlns:p14="http://schemas.microsoft.com/office/powerpoint/2010/main" val="1039504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2BAA8-42FD-0F71-27F7-39B753ECE55D}"/>
              </a:ext>
            </a:extLst>
          </p:cNvPr>
          <p:cNvSpPr>
            <a:spLocks noGrp="1"/>
          </p:cNvSpPr>
          <p:nvPr>
            <p:ph type="title"/>
          </p:nvPr>
        </p:nvSpPr>
        <p:spPr/>
        <p:txBody>
          <a:bodyPr/>
          <a:lstStyle/>
          <a:p>
            <a:r>
              <a:rPr lang="en-IN" b="1" dirty="0"/>
              <a:t>TOOLS USED</a:t>
            </a:r>
            <a:endParaRPr lang="en-IN" dirty="0"/>
          </a:p>
        </p:txBody>
      </p:sp>
      <p:sp>
        <p:nvSpPr>
          <p:cNvPr id="3" name="Content Placeholder 2">
            <a:extLst>
              <a:ext uri="{FF2B5EF4-FFF2-40B4-BE49-F238E27FC236}">
                <a16:creationId xmlns:a16="http://schemas.microsoft.com/office/drawing/2014/main" id="{41D1A953-1156-489F-20D1-5ABEE8AD4775}"/>
              </a:ext>
            </a:extLst>
          </p:cNvPr>
          <p:cNvSpPr>
            <a:spLocks noGrp="1"/>
          </p:cNvSpPr>
          <p:nvPr>
            <p:ph idx="1"/>
          </p:nvPr>
        </p:nvSpPr>
        <p:spPr/>
        <p:txBody>
          <a:bodyPr/>
          <a:lstStyle/>
          <a:p>
            <a:pPr lvl="0"/>
            <a:r>
              <a:rPr lang="en-IN" b="1" dirty="0"/>
              <a:t>Java (JDK)</a:t>
            </a:r>
            <a:r>
              <a:rPr lang="en-IN" dirty="0"/>
              <a:t> – Core programming language used for application logic</a:t>
            </a:r>
          </a:p>
          <a:p>
            <a:pPr lvl="0"/>
            <a:r>
              <a:rPr lang="en-IN" b="1" dirty="0"/>
              <a:t>Java Swing</a:t>
            </a:r>
            <a:r>
              <a:rPr lang="en-IN" dirty="0"/>
              <a:t> – Used for creating graphical user interface components</a:t>
            </a:r>
          </a:p>
          <a:p>
            <a:pPr lvl="0"/>
            <a:r>
              <a:rPr lang="en-IN" b="1" dirty="0"/>
              <a:t>AWT (Abstract Window Toolkit)</a:t>
            </a:r>
            <a:r>
              <a:rPr lang="en-IN" dirty="0"/>
              <a:t> – Used for layouts, events, and graphics</a:t>
            </a:r>
          </a:p>
          <a:p>
            <a:pPr lvl="0"/>
            <a:r>
              <a:rPr lang="en-IN" b="1" dirty="0"/>
              <a:t>VS CODE Editor</a:t>
            </a:r>
            <a:r>
              <a:rPr lang="en-IN" dirty="0"/>
              <a:t>– Used for writing, compiling, and executing code</a:t>
            </a:r>
          </a:p>
          <a:p>
            <a:pPr lvl="0"/>
            <a:r>
              <a:rPr lang="en-IN" b="1" dirty="0"/>
              <a:t>Windows Operating System</a:t>
            </a:r>
            <a:r>
              <a:rPr lang="en-IN" dirty="0"/>
              <a:t> – Platform used for development and testing</a:t>
            </a:r>
          </a:p>
          <a:p>
            <a:endParaRPr lang="en-IN" dirty="0"/>
          </a:p>
        </p:txBody>
      </p:sp>
    </p:spTree>
    <p:extLst>
      <p:ext uri="{BB962C8B-B14F-4D97-AF65-F5344CB8AC3E}">
        <p14:creationId xmlns:p14="http://schemas.microsoft.com/office/powerpoint/2010/main" val="1363069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BAD4D-7E18-164F-A40E-138C42D2500F}"/>
              </a:ext>
            </a:extLst>
          </p:cNvPr>
          <p:cNvSpPr>
            <a:spLocks noGrp="1"/>
          </p:cNvSpPr>
          <p:nvPr>
            <p:ph type="title"/>
          </p:nvPr>
        </p:nvSpPr>
        <p:spPr>
          <a:xfrm>
            <a:off x="1778951" y="96521"/>
            <a:ext cx="10018713" cy="1427480"/>
          </a:xfrm>
        </p:spPr>
        <p:txBody>
          <a:bodyPr>
            <a:normAutofit/>
          </a:bodyPr>
          <a:lstStyle/>
          <a:p>
            <a:r>
              <a:rPr lang="en-IN" sz="3600" b="1" dirty="0"/>
              <a:t>OOPS CONCEPTS FROM JAVA</a:t>
            </a:r>
            <a:endParaRPr lang="en-IN" sz="3600" dirty="0"/>
          </a:p>
        </p:txBody>
      </p:sp>
      <p:sp>
        <p:nvSpPr>
          <p:cNvPr id="3" name="Content Placeholder 2">
            <a:extLst>
              <a:ext uri="{FF2B5EF4-FFF2-40B4-BE49-F238E27FC236}">
                <a16:creationId xmlns:a16="http://schemas.microsoft.com/office/drawing/2014/main" id="{E3D6B2A3-27F1-5D13-4175-E79E8B3ABDAD}"/>
              </a:ext>
            </a:extLst>
          </p:cNvPr>
          <p:cNvSpPr>
            <a:spLocks noGrp="1"/>
          </p:cNvSpPr>
          <p:nvPr>
            <p:ph idx="1"/>
          </p:nvPr>
        </p:nvSpPr>
        <p:spPr>
          <a:xfrm>
            <a:off x="1778951" y="1737361"/>
            <a:ext cx="10018713" cy="4663440"/>
          </a:xfrm>
        </p:spPr>
        <p:txBody>
          <a:bodyPr>
            <a:normAutofit/>
          </a:bodyPr>
          <a:lstStyle/>
          <a:p>
            <a:r>
              <a:rPr lang="en-IN" b="1" dirty="0"/>
              <a:t>Encapsulation: </a:t>
            </a:r>
            <a:r>
              <a:rPr lang="en-IN" dirty="0"/>
              <a:t>Encapsulation is achieved by declaring variables such as balance and PIN as private members of the class. </a:t>
            </a:r>
          </a:p>
          <a:p>
            <a:r>
              <a:rPr lang="en-IN" b="1" dirty="0"/>
              <a:t>Inheritance: </a:t>
            </a:r>
            <a:r>
              <a:rPr lang="en-IN" dirty="0"/>
              <a:t>The main class </a:t>
            </a:r>
            <a:r>
              <a:rPr lang="en-IN" dirty="0" err="1"/>
              <a:t>ATMSimulation</a:t>
            </a:r>
            <a:r>
              <a:rPr lang="en-IN" dirty="0"/>
              <a:t> extends the JFrame class, inheriting properties of a window-based application.</a:t>
            </a:r>
          </a:p>
          <a:p>
            <a:r>
              <a:rPr lang="en-IN" b="1" dirty="0"/>
              <a:t>Abstraction: </a:t>
            </a:r>
            <a:r>
              <a:rPr lang="en-IN" dirty="0"/>
              <a:t>The internal implementation details of ATM operations are hidden from the user. The user interacts only through buttons and dialogs.</a:t>
            </a:r>
          </a:p>
          <a:p>
            <a:r>
              <a:rPr lang="en-IN" b="1" dirty="0"/>
              <a:t>Polymorphism: </a:t>
            </a:r>
            <a:r>
              <a:rPr lang="en-IN" dirty="0"/>
              <a:t>Method overriding is used in handling events such as </a:t>
            </a:r>
            <a:r>
              <a:rPr lang="en-IN" dirty="0" err="1"/>
              <a:t>actionPerformed</a:t>
            </a:r>
            <a:r>
              <a:rPr lang="en-IN" dirty="0"/>
              <a:t>() where different actions are performed based on the source of the event.</a:t>
            </a:r>
          </a:p>
          <a:p>
            <a:endParaRPr lang="en-IN" dirty="0"/>
          </a:p>
        </p:txBody>
      </p:sp>
    </p:spTree>
    <p:extLst>
      <p:ext uri="{BB962C8B-B14F-4D97-AF65-F5344CB8AC3E}">
        <p14:creationId xmlns:p14="http://schemas.microsoft.com/office/powerpoint/2010/main" val="3606429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12C7-5BE9-16CB-9D82-8D2DE97527DC}"/>
              </a:ext>
            </a:extLst>
          </p:cNvPr>
          <p:cNvSpPr>
            <a:spLocks noGrp="1"/>
          </p:cNvSpPr>
          <p:nvPr>
            <p:ph type="title"/>
          </p:nvPr>
        </p:nvSpPr>
        <p:spPr>
          <a:xfrm>
            <a:off x="1675923" y="1"/>
            <a:ext cx="9682957" cy="1402080"/>
          </a:xfrm>
        </p:spPr>
        <p:txBody>
          <a:bodyPr>
            <a:normAutofit/>
          </a:bodyPr>
          <a:lstStyle/>
          <a:p>
            <a:r>
              <a:rPr lang="en-IN" sz="3600" b="1" dirty="0"/>
              <a:t>OOPS CONCEPTS FROM JAVA</a:t>
            </a:r>
            <a:endParaRPr lang="en-IN" sz="3600" dirty="0"/>
          </a:p>
        </p:txBody>
      </p:sp>
      <p:sp>
        <p:nvSpPr>
          <p:cNvPr id="3" name="Content Placeholder 2">
            <a:extLst>
              <a:ext uri="{FF2B5EF4-FFF2-40B4-BE49-F238E27FC236}">
                <a16:creationId xmlns:a16="http://schemas.microsoft.com/office/drawing/2014/main" id="{3841F4E8-74A2-3BC5-310D-FAD210197CD8}"/>
              </a:ext>
            </a:extLst>
          </p:cNvPr>
          <p:cNvSpPr>
            <a:spLocks noGrp="1"/>
          </p:cNvSpPr>
          <p:nvPr>
            <p:ph idx="1"/>
          </p:nvPr>
        </p:nvSpPr>
        <p:spPr>
          <a:xfrm>
            <a:off x="1493520" y="1595120"/>
            <a:ext cx="10474960" cy="5044440"/>
          </a:xfrm>
        </p:spPr>
        <p:txBody>
          <a:bodyPr>
            <a:normAutofit/>
          </a:bodyPr>
          <a:lstStyle/>
          <a:p>
            <a:r>
              <a:rPr lang="en-IN" b="1" dirty="0"/>
              <a:t>Interfaces: </a:t>
            </a:r>
            <a:r>
              <a:rPr lang="en-IN" dirty="0"/>
              <a:t>The ActionListener interface is implemented to handle button click events.</a:t>
            </a:r>
          </a:p>
          <a:p>
            <a:r>
              <a:rPr lang="en-IN" b="1" dirty="0"/>
              <a:t>Exception Handling: </a:t>
            </a:r>
            <a:r>
              <a:rPr lang="en-IN" dirty="0"/>
              <a:t>Try-catch blocks are used to handle invalid inputs such as non-numeric PINs or invalid transaction amounts, preventing application crashes.</a:t>
            </a:r>
          </a:p>
          <a:p>
            <a:r>
              <a:rPr lang="en-IN" b="1" dirty="0"/>
              <a:t>Java Swing: </a:t>
            </a:r>
            <a:r>
              <a:rPr lang="en-IN" dirty="0"/>
              <a:t>Java Swing is a GUI toolkit used to create window-based applications. </a:t>
            </a:r>
          </a:p>
          <a:p>
            <a:r>
              <a:rPr lang="en-IN" b="1" dirty="0"/>
              <a:t>Abstract Window Toolkit (AWT): </a:t>
            </a:r>
            <a:r>
              <a:rPr lang="en-IN" dirty="0"/>
              <a:t>AWT is a Java library that provides basic graphical components, layouts, and event handling mechanisms</a:t>
            </a:r>
          </a:p>
        </p:txBody>
      </p:sp>
    </p:spTree>
    <p:extLst>
      <p:ext uri="{BB962C8B-B14F-4D97-AF65-F5344CB8AC3E}">
        <p14:creationId xmlns:p14="http://schemas.microsoft.com/office/powerpoint/2010/main" val="3683012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6BD3B-E006-D4CE-FB87-80250B22D5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FC65A-54B6-C9EB-9F75-B692801E6F35}"/>
              </a:ext>
            </a:extLst>
          </p:cNvPr>
          <p:cNvSpPr>
            <a:spLocks noGrp="1"/>
          </p:cNvSpPr>
          <p:nvPr>
            <p:ph type="title"/>
          </p:nvPr>
        </p:nvSpPr>
        <p:spPr>
          <a:xfrm>
            <a:off x="1636711" y="0"/>
            <a:ext cx="10018713" cy="1752599"/>
          </a:xfrm>
        </p:spPr>
        <p:txBody>
          <a:bodyPr>
            <a:normAutofit/>
          </a:bodyPr>
          <a:lstStyle/>
          <a:p>
            <a:r>
              <a:rPr lang="en-IN" sz="3600" b="1" dirty="0"/>
              <a:t>OOPS CONCEPTS FROM JAVA</a:t>
            </a:r>
            <a:endParaRPr lang="en-IN" sz="3600" dirty="0"/>
          </a:p>
        </p:txBody>
      </p:sp>
      <p:sp>
        <p:nvSpPr>
          <p:cNvPr id="3" name="Content Placeholder 2">
            <a:extLst>
              <a:ext uri="{FF2B5EF4-FFF2-40B4-BE49-F238E27FC236}">
                <a16:creationId xmlns:a16="http://schemas.microsoft.com/office/drawing/2014/main" id="{75125479-0B39-2330-B4C4-122BEA21FA4A}"/>
              </a:ext>
            </a:extLst>
          </p:cNvPr>
          <p:cNvSpPr>
            <a:spLocks noGrp="1"/>
          </p:cNvSpPr>
          <p:nvPr>
            <p:ph idx="1"/>
          </p:nvPr>
        </p:nvSpPr>
        <p:spPr>
          <a:xfrm>
            <a:off x="1494471" y="1448656"/>
            <a:ext cx="10515600" cy="5188117"/>
          </a:xfrm>
        </p:spPr>
        <p:txBody>
          <a:bodyPr>
            <a:normAutofit/>
          </a:bodyPr>
          <a:lstStyle/>
          <a:p>
            <a:r>
              <a:rPr lang="en-IN" b="1" dirty="0"/>
              <a:t>Java Event Handling: </a:t>
            </a:r>
            <a:r>
              <a:rPr lang="en-IN" dirty="0"/>
              <a:t>Event handling is a mechanism that controls user interactions such as button clicks. </a:t>
            </a:r>
          </a:p>
          <a:p>
            <a:r>
              <a:rPr lang="en-IN" b="1" dirty="0"/>
              <a:t>Java Graphics (Graphics &amp; Graphics2D): </a:t>
            </a:r>
            <a:r>
              <a:rPr lang="en-IN" dirty="0"/>
              <a:t>The Graphics and Graphics2D classes are used to create custom visual effects.</a:t>
            </a:r>
          </a:p>
          <a:p>
            <a:r>
              <a:rPr lang="en-IN" dirty="0"/>
              <a:t> </a:t>
            </a:r>
            <a:r>
              <a:rPr lang="en-IN" b="1" dirty="0"/>
              <a:t>Java Layout Managers: </a:t>
            </a:r>
            <a:r>
              <a:rPr lang="en-IN" dirty="0"/>
              <a:t>Layout managers are used to control the arrangement of components in a window. </a:t>
            </a:r>
          </a:p>
          <a:p>
            <a:r>
              <a:rPr lang="en-IN" b="1" dirty="0"/>
              <a:t>Java Swing Dialogs:</a:t>
            </a:r>
            <a:r>
              <a:rPr lang="en-IN" dirty="0"/>
              <a:t> This is used to display dialog boxes for user interaction. </a:t>
            </a:r>
          </a:p>
        </p:txBody>
      </p:sp>
    </p:spTree>
    <p:extLst>
      <p:ext uri="{BB962C8B-B14F-4D97-AF65-F5344CB8AC3E}">
        <p14:creationId xmlns:p14="http://schemas.microsoft.com/office/powerpoint/2010/main" val="1377711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4C770-617D-2849-E8C1-1784644F67FE}"/>
              </a:ext>
            </a:extLst>
          </p:cNvPr>
          <p:cNvSpPr>
            <a:spLocks noGrp="1"/>
          </p:cNvSpPr>
          <p:nvPr>
            <p:ph type="title"/>
          </p:nvPr>
        </p:nvSpPr>
        <p:spPr>
          <a:xfrm>
            <a:off x="1738310" y="17781"/>
            <a:ext cx="10018713" cy="1752599"/>
          </a:xfrm>
        </p:spPr>
        <p:txBody>
          <a:bodyPr/>
          <a:lstStyle/>
          <a:p>
            <a:r>
              <a:rPr lang="en-IN" b="1" dirty="0"/>
              <a:t>IMPLEMENTATION</a:t>
            </a:r>
            <a:endParaRPr lang="en-IN" dirty="0"/>
          </a:p>
        </p:txBody>
      </p:sp>
      <p:sp>
        <p:nvSpPr>
          <p:cNvPr id="3" name="Content Placeholder 2">
            <a:extLst>
              <a:ext uri="{FF2B5EF4-FFF2-40B4-BE49-F238E27FC236}">
                <a16:creationId xmlns:a16="http://schemas.microsoft.com/office/drawing/2014/main" id="{0B756A34-7E98-AF20-61A8-9B284577C807}"/>
              </a:ext>
            </a:extLst>
          </p:cNvPr>
          <p:cNvSpPr>
            <a:spLocks noGrp="1"/>
          </p:cNvSpPr>
          <p:nvPr>
            <p:ph idx="1"/>
          </p:nvPr>
        </p:nvSpPr>
        <p:spPr>
          <a:xfrm>
            <a:off x="1738310" y="1717040"/>
            <a:ext cx="10169209" cy="4246879"/>
          </a:xfrm>
        </p:spPr>
        <p:txBody>
          <a:bodyPr>
            <a:normAutofit/>
          </a:bodyPr>
          <a:lstStyle/>
          <a:p>
            <a:r>
              <a:rPr lang="en-IN" dirty="0"/>
              <a:t>The ATM Simulation is implemented as a Java Swing application using event-driven programming. The main components include:</a:t>
            </a:r>
          </a:p>
          <a:p>
            <a:pPr lvl="0"/>
            <a:r>
              <a:rPr lang="en-IN" b="1" dirty="0"/>
              <a:t>Login Screen</a:t>
            </a:r>
            <a:r>
              <a:rPr lang="en-IN" dirty="0"/>
              <a:t> using </a:t>
            </a:r>
            <a:r>
              <a:rPr lang="en-IN" dirty="0" err="1"/>
              <a:t>JPasswordField</a:t>
            </a:r>
            <a:r>
              <a:rPr lang="en-IN" dirty="0"/>
              <a:t> for secure PIN entry</a:t>
            </a:r>
          </a:p>
          <a:p>
            <a:pPr lvl="0"/>
            <a:r>
              <a:rPr lang="en-IN" b="1" dirty="0"/>
              <a:t>Menu Screen</a:t>
            </a:r>
            <a:r>
              <a:rPr lang="en-IN" dirty="0"/>
              <a:t> with buttons for ATM operations</a:t>
            </a:r>
          </a:p>
          <a:p>
            <a:pPr lvl="0"/>
            <a:r>
              <a:rPr lang="en-IN" b="1" dirty="0"/>
              <a:t>Dialog Boxes</a:t>
            </a:r>
            <a:r>
              <a:rPr lang="en-IN" dirty="0"/>
              <a:t> using </a:t>
            </a:r>
            <a:r>
              <a:rPr lang="en-IN" dirty="0" err="1"/>
              <a:t>JOptionPane</a:t>
            </a:r>
            <a:r>
              <a:rPr lang="en-IN" dirty="0"/>
              <a:t> to interact with the user</a:t>
            </a:r>
          </a:p>
          <a:p>
            <a:r>
              <a:rPr lang="en-IN" dirty="0"/>
              <a:t>The application maintains the account balance internally and updates it based on deposit and withdrawal transactions. </a:t>
            </a:r>
          </a:p>
          <a:p>
            <a:r>
              <a:rPr lang="en-IN" dirty="0"/>
              <a:t>Each user action triggers an event handled by the </a:t>
            </a:r>
            <a:r>
              <a:rPr lang="en-IN" dirty="0" err="1"/>
              <a:t>actionPerformed</a:t>
            </a:r>
            <a:r>
              <a:rPr lang="en-IN" dirty="0"/>
              <a:t>() method.</a:t>
            </a:r>
          </a:p>
          <a:p>
            <a:endParaRPr lang="en-IN" dirty="0"/>
          </a:p>
        </p:txBody>
      </p:sp>
    </p:spTree>
    <p:extLst>
      <p:ext uri="{BB962C8B-B14F-4D97-AF65-F5344CB8AC3E}">
        <p14:creationId xmlns:p14="http://schemas.microsoft.com/office/powerpoint/2010/main" val="3126677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DBA9D-F3B2-791C-1FA6-AC889CB9992F}"/>
              </a:ext>
            </a:extLst>
          </p:cNvPr>
          <p:cNvSpPr>
            <a:spLocks noGrp="1"/>
          </p:cNvSpPr>
          <p:nvPr>
            <p:ph type="title"/>
          </p:nvPr>
        </p:nvSpPr>
        <p:spPr>
          <a:xfrm>
            <a:off x="1484309" y="0"/>
            <a:ext cx="10018713" cy="1752599"/>
          </a:xfrm>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D674332E-CCB4-DFE3-9012-E32F282FD965}"/>
              </a:ext>
            </a:extLst>
          </p:cNvPr>
          <p:cNvSpPr>
            <a:spLocks noGrp="1"/>
          </p:cNvSpPr>
          <p:nvPr>
            <p:ph idx="1"/>
          </p:nvPr>
        </p:nvSpPr>
        <p:spPr>
          <a:xfrm>
            <a:off x="1802809" y="1541124"/>
            <a:ext cx="10018713" cy="4424737"/>
          </a:xfrm>
        </p:spPr>
        <p:txBody>
          <a:bodyPr>
            <a:normAutofit/>
          </a:bodyPr>
          <a:lstStyle/>
          <a:p>
            <a:r>
              <a:rPr lang="en-US" dirty="0"/>
              <a:t>The ATM Simulation project successfully demonstrates the working of a real-time ATM system using Java.</a:t>
            </a:r>
          </a:p>
          <a:p>
            <a:r>
              <a:rPr lang="en-US" dirty="0"/>
              <a:t>Core banking operations such as PIN authentication, balance inquiry, deposit, and withdrawal were implemented effectively.</a:t>
            </a:r>
          </a:p>
          <a:p>
            <a:r>
              <a:rPr lang="en-US" dirty="0"/>
              <a:t>The project provided hands-on experience with Object-Oriented Programming concepts like encapsulation, inheritance, and polymorphism.</a:t>
            </a:r>
          </a:p>
          <a:p>
            <a:r>
              <a:rPr lang="en-US" dirty="0"/>
              <a:t>Java Swing and AWT were efficiently used to create a user-friendly and interactive graphical interface.</a:t>
            </a:r>
          </a:p>
          <a:p>
            <a:r>
              <a:rPr lang="en-US" dirty="0"/>
              <a:t>Overall, the project helped bridge the gap between theoretical Java concepts and practical application development.</a:t>
            </a:r>
            <a:endParaRPr lang="en-IN" dirty="0"/>
          </a:p>
        </p:txBody>
      </p:sp>
    </p:spTree>
    <p:extLst>
      <p:ext uri="{BB962C8B-B14F-4D97-AF65-F5344CB8AC3E}">
        <p14:creationId xmlns:p14="http://schemas.microsoft.com/office/powerpoint/2010/main" val="2315836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34D85-FF03-C62C-DF44-9758AF304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AFAC0-8F56-824C-AB03-DF7459D48811}"/>
              </a:ext>
            </a:extLst>
          </p:cNvPr>
          <p:cNvSpPr>
            <a:spLocks noGrp="1"/>
          </p:cNvSpPr>
          <p:nvPr>
            <p:ph type="title"/>
          </p:nvPr>
        </p:nvSpPr>
        <p:spPr>
          <a:xfrm>
            <a:off x="1484309" y="0"/>
            <a:ext cx="10018713" cy="1752599"/>
          </a:xfrm>
        </p:spPr>
        <p:txBody>
          <a:bodyPr/>
          <a:lstStyle/>
          <a:p>
            <a:r>
              <a:rPr lang="en-US" b="1" dirty="0"/>
              <a:t>Future Enhancements</a:t>
            </a:r>
            <a:endParaRPr lang="en-IN" b="1" dirty="0"/>
          </a:p>
        </p:txBody>
      </p:sp>
      <p:sp>
        <p:nvSpPr>
          <p:cNvPr id="3" name="Content Placeholder 2">
            <a:extLst>
              <a:ext uri="{FF2B5EF4-FFF2-40B4-BE49-F238E27FC236}">
                <a16:creationId xmlns:a16="http://schemas.microsoft.com/office/drawing/2014/main" id="{00821909-1EBC-D15D-4408-1795EB35F949}"/>
              </a:ext>
            </a:extLst>
          </p:cNvPr>
          <p:cNvSpPr>
            <a:spLocks noGrp="1"/>
          </p:cNvSpPr>
          <p:nvPr>
            <p:ph idx="1"/>
          </p:nvPr>
        </p:nvSpPr>
        <p:spPr>
          <a:xfrm>
            <a:off x="1895276" y="1479479"/>
            <a:ext cx="10018713" cy="4424737"/>
          </a:xfrm>
        </p:spPr>
        <p:txBody>
          <a:bodyPr>
            <a:normAutofit/>
          </a:bodyPr>
          <a:lstStyle/>
          <a:p>
            <a:r>
              <a:rPr lang="en-US" dirty="0"/>
              <a:t>Integration of a database to store user accounts, transaction history, and multiple user details.</a:t>
            </a:r>
          </a:p>
          <a:p>
            <a:r>
              <a:rPr lang="en-US" dirty="0"/>
              <a:t>Implementation of advanced security features such as OTP verification and PIN encryption.</a:t>
            </a:r>
          </a:p>
          <a:p>
            <a:r>
              <a:rPr lang="en-US" dirty="0"/>
              <a:t>Support for multiple bank accounts and card-based authentication.</a:t>
            </a:r>
          </a:p>
          <a:p>
            <a:r>
              <a:rPr lang="en-US" dirty="0"/>
              <a:t>Addition of features like mini statements, fund transfer, and PIN change options.</a:t>
            </a:r>
          </a:p>
          <a:p>
            <a:r>
              <a:rPr lang="en-US" dirty="0"/>
              <a:t>Development of a web-based or mobile version of the ATM system for real-world deployment</a:t>
            </a:r>
            <a:endParaRPr lang="en-IN" dirty="0"/>
          </a:p>
        </p:txBody>
      </p:sp>
    </p:spTree>
    <p:extLst>
      <p:ext uri="{BB962C8B-B14F-4D97-AF65-F5344CB8AC3E}">
        <p14:creationId xmlns:p14="http://schemas.microsoft.com/office/powerpoint/2010/main" val="1725645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71EF-6012-E9EC-C6FD-997493BCFB45}"/>
              </a:ext>
            </a:extLst>
          </p:cNvPr>
          <p:cNvSpPr>
            <a:spLocks noGrp="1"/>
          </p:cNvSpPr>
          <p:nvPr>
            <p:ph type="title"/>
          </p:nvPr>
        </p:nvSpPr>
        <p:spPr>
          <a:xfrm>
            <a:off x="1227457" y="2552700"/>
            <a:ext cx="10018713" cy="1752599"/>
          </a:xfrm>
        </p:spPr>
        <p:txBody>
          <a:bodyPr>
            <a:normAutofit/>
          </a:bodyPr>
          <a:lstStyle/>
          <a:p>
            <a:r>
              <a:rPr lang="en-IN" sz="6000" b="1" i="1" dirty="0"/>
              <a:t>THANK YOU</a:t>
            </a:r>
            <a:endParaRPr lang="en-IN" sz="6000" i="1" dirty="0"/>
          </a:p>
        </p:txBody>
      </p:sp>
    </p:spTree>
    <p:extLst>
      <p:ext uri="{BB962C8B-B14F-4D97-AF65-F5344CB8AC3E}">
        <p14:creationId xmlns:p14="http://schemas.microsoft.com/office/powerpoint/2010/main" val="30823337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TM03457496[[fn=Parallax]]</Template>
  <TotalTime>72</TotalTime>
  <Words>739</Words>
  <Application>Microsoft Office PowerPoint</Application>
  <PresentationFormat>Widescreen</PresentationFormat>
  <Paragraphs>52</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Corbel</vt:lpstr>
      <vt:lpstr>Parallax</vt:lpstr>
      <vt:lpstr>ATM SIMULATION </vt:lpstr>
      <vt:lpstr>PROBLEM STATEMENT</vt:lpstr>
      <vt:lpstr>INTRODUCTION</vt:lpstr>
      <vt:lpstr>OVERVIEW OF THE PROJECT</vt:lpstr>
      <vt:lpstr>TOOLS USED</vt:lpstr>
      <vt:lpstr>OOPS CONCEPTS FROM JAVA</vt:lpstr>
      <vt:lpstr>OOPS CONCEPTS FROM JAVA</vt:lpstr>
      <vt:lpstr>OOPS CONCEPTS FROM JAVA</vt:lpstr>
      <vt:lpstr>IMPLEMENTATION</vt:lpstr>
      <vt:lpstr>Conclusion</vt:lpstr>
      <vt:lpstr>Future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nikhiblr@gmail.com</dc:creator>
  <cp:lastModifiedBy>Panchami P</cp:lastModifiedBy>
  <cp:revision>7</cp:revision>
  <dcterms:created xsi:type="dcterms:W3CDTF">2025-12-29T14:04:19Z</dcterms:created>
  <dcterms:modified xsi:type="dcterms:W3CDTF">2025-12-29T17:17:08Z</dcterms:modified>
</cp:coreProperties>
</file>